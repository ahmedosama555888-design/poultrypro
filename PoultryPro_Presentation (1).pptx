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95D5B2">
              <a:alpha val="60000"/>
            </a:srgbClr>
          </a:solidFill>
          <a:ln w="12700">
            <a:solidFill>
              <a:srgbClr val="95D5B2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95D5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PoultryPro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Poultry Farm Management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286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Course Project — CF127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University  | 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7315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Noureldin Mostafa Fouad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33088"/>
            <a:ext cx="7315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Amr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7315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15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Yasser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7315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Husseini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7315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18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Osama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A2F"/>
          </a:solidFill>
          <a:ln w="12700">
            <a:solidFill>
              <a:srgbClr val="1C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PoultryPro?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PoultryPro is a desktop application built with C++ and Qt that helps poultry farmers manage a full 125-day breeding cycle — tracking costs, feed, vaccinations, mortality, and generating a final profit/loss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1188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468880"/>
            <a:ext cx="11887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2468880"/>
            <a:ext cx="1188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18488" y="2468880"/>
            <a:ext cx="11887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18488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18488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Classes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16936" y="2468880"/>
            <a:ext cx="1188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16936" y="2468880"/>
            <a:ext cx="11887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6936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916936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15384" y="2468880"/>
            <a:ext cx="11887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15384" y="2468880"/>
            <a:ext cx="118872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215384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1188720"/>
            <a:ext cx="3017520" cy="2743200"/>
          </a:xfrm>
          <a:prstGeom prst="rect">
            <a:avLst/>
          </a:prstGeom>
          <a:solidFill>
            <a:srgbClr val="D8F3DC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52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leads to errors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1671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calculate exact profit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6426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schedules missed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1181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daily costs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Applied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Encapsulation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 data members are private. Access only through public methods like getTotalFixedCosts() and printSummary().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73152" cy="1645920"/>
          </a:xfrm>
          <a:prstGeom prst="rect">
            <a:avLst/>
          </a:prstGeom>
          <a:solidFill>
            <a:srgbClr val="1D6A8A"/>
          </a:solidFill>
          <a:ln w="12700">
            <a:solidFill>
              <a:srgbClr val="1D6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Inheritance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733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FarmReport is an abstract base class. ProductionReport extends it and implements calculateNetProfit() override.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73152" cy="16459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Polymorphism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FarmReport* pointer holds ProductionReport object. calculateNetProfit() called via virtual dispatch at runtime.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017520"/>
            <a:ext cx="73152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Abstraction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hides its implementation. MainWindow uses classes without knowing their internal logic.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A2F"/>
          </a:solidFill>
          <a:ln w="12700">
            <a:solidFill>
              <a:srgbClr val="1C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252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BasicCosts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getTotalFixedCosts()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printSummary()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188720"/>
            <a:ext cx="2560320" cy="411480"/>
          </a:xfrm>
          <a:prstGeom prst="rect">
            <a:avLst/>
          </a:prstGeom>
          <a:solidFill>
            <a:srgbClr val="1D6A8A"/>
          </a:solidFill>
          <a:ln w="12700">
            <a:solidFill>
              <a:srgbClr val="1D6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2252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getCurrentFeedType()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getDailyCost()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3591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getTotalFeedCost()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2252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MortalityTracker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recordMortality()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getMortalityRate()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23591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getRemainingBirds()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00400"/>
            <a:ext cx="256032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369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FarmReport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675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calculateNetProfit() = 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20040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0" y="3200400"/>
            <a:ext cx="2560320" cy="4114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2369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ProductionReport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FarmReport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675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calculateRevenue()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752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calculateNetProfit()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generateFullReport()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200400"/>
            <a:ext cx="25603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3200400"/>
            <a:ext cx="256032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2369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Controller)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675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all classes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Manages UI tabs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54480" y="3200400"/>
            <a:ext cx="0" cy="-274320"/>
          </a:xfrm>
          <a:prstGeom prst="line">
            <a:avLst/>
          </a:prstGeom>
          <a:noFill/>
          <a:ln w="25400">
            <a:solidFill>
              <a:srgbClr val="C1121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— BasicCosts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basiccosts.h
</a:t>
            </a:r>
            <a:pPr indent="0" marL="0">
              <a:buNone/>
            </a:pPr>
            <a:r>
              <a:rPr lang="en-US" sz="1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BasicCosts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2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farmRent;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electricityCost;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chickPricePerUnit;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totalChicks;
</a:t>
            </a:r>
            <a:pPr indent="0" marL="0">
              <a:buNone/>
            </a:pPr>
            <a:r>
              <a:rPr lang="en-US" sz="1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BasicCosts(double rent, ...);
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</a:t>
            </a:r>
            <a:pPr indent="0" marL="0">
              <a:buNone/>
            </a:pPr>
            <a:r>
              <a:rPr lang="en-US" sz="12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getTotalFixedCosts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QString </a:t>
            </a:r>
            <a:pPr indent="0" marL="0">
              <a:buNone/>
            </a:pPr>
            <a:r>
              <a:rPr lang="en-US" sz="12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printSummary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097280"/>
            <a:ext cx="64008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143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Hidden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14813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farmRent and all fields are private — no direct access from outside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359152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2359152"/>
            <a:ext cx="64008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404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getTotalFixedCosts() calculates (chickPrice × totalChicks) correctly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621024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621024"/>
            <a:ext cx="64008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6667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400507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only calls printSummary() — doesn't know internals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1188720"/>
            <a:ext cx="3291840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207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FarmReport  (Abstract Base Class)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calculateNetProfit() =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0" cy="41148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606040"/>
            <a:ext cx="3291840" cy="10972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624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ProductionReport  (Derived Class)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calculateNetProfit() override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calculateRevenue()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generateFullReport()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5876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Polymorphism in action — mainwindow.cpp
</a:t>
            </a:r>
            <a:pPr indent="0" marL="0">
              <a:buNone/>
            </a:pPr>
            <a:r>
              <a:rPr lang="en-US" sz="11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FarmReport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report =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ProductionReport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(weight, price, expenses, days);
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profit = report-&gt;</a:t>
            </a:r>
            <a:pPr indent="0" marL="0">
              <a:buNone/>
            </a:pPr>
            <a:r>
              <a:rPr lang="en-US" sz="110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calculateNetProfit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pPr indent="0" marL="0">
              <a:buNone/>
            </a:pPr>
            <a:r>
              <a:rPr lang="en-US" sz="110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Virtual dispatch at runtime!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A2F"/>
          </a:solidFill>
          <a:ln w="12700">
            <a:solidFill>
              <a:srgbClr val="1C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2D6A4F">
              <a:alpha val="15000"/>
            </a:srgbClr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farm costs: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chick price,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labor, total chicks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202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88720"/>
            <a:ext cx="1920240" cy="502920"/>
          </a:xfrm>
          <a:prstGeom prst="rect">
            <a:avLst/>
          </a:prstGeom>
          <a:solidFill>
            <a:srgbClr val="1D6A8A"/>
          </a:solidFill>
          <a:ln w="12700">
            <a:solidFill>
              <a:srgbClr val="1D6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783080"/>
            <a:ext cx="640080" cy="640080"/>
          </a:xfrm>
          <a:prstGeom prst="ellipse">
            <a:avLst/>
          </a:prstGeom>
          <a:solidFill>
            <a:srgbClr val="1D6A8A">
              <a:alpha val="15000"/>
            </a:srgbClr>
          </a:solidFill>
          <a:ln w="19050">
            <a:solidFill>
              <a:srgbClr val="1D6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5146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Starter, Grower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Finisher prices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daily consumption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19202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1920240" cy="5029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783080"/>
            <a:ext cx="640080" cy="640080"/>
          </a:xfrm>
          <a:prstGeom prst="ellipse">
            <a:avLst/>
          </a:prstGeom>
          <a:solidFill>
            <a:srgbClr val="7B2D8B">
              <a:alpha val="15000"/>
            </a:srgbClr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Cycle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day by day: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mortality,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vaccinations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9202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188720"/>
            <a:ext cx="192024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1783080"/>
            <a:ext cx="640080" cy="640080"/>
          </a:xfrm>
          <a:prstGeom prst="ellipse">
            <a:avLst/>
          </a:prstGeom>
          <a:solidFill>
            <a:srgbClr val="B45309">
              <a:alpha val="15000"/>
            </a:srgbClr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25146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expenses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net profit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527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private members?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data. Nobody can set farmRent = -999 from outside the class.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148840"/>
            <a:ext cx="38862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6712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farmRent;  // protected!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43000"/>
            <a:ext cx="4114800" cy="640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2527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abstract FarmReport?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01768" y="16002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any report class to implement calculateNetProfit(). Guarantees consistency.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1768" y="2148840"/>
            <a:ext cx="38862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16712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double calculateNetProfit() = 0;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411480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729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FarmReport* pointer?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5204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Polymorphism. We can swap ProductionReport for any future report type without changing MainWindow.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4069080"/>
            <a:ext cx="38862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08736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FarmReport* r = new ProductionReport(...);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063240"/>
            <a:ext cx="411480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1729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separate classes?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01768" y="35204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 — each class does one thing. Easier to test and debug.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01768" y="4069080"/>
            <a:ext cx="38862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08736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BasicCosts | FeedManager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MortalityTracker | ProductionReport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A2F"/>
          </a:solidFill>
          <a:ln w="12700">
            <a:solidFill>
              <a:srgbClr val="1C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73152" cy="6858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645920" cy="182880"/>
          </a:xfrm>
          <a:prstGeom prst="rect">
            <a:avLst/>
          </a:prstGeom>
          <a:solidFill>
            <a:srgbClr val="C1121F">
              <a:alpha val="15000"/>
            </a:srgbClr>
          </a:solidFill>
          <a:ln w="12700">
            <a:solidFill>
              <a:srgbClr val="C1121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527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Integrator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Noureldin Mostafa Fouad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FarmCycle class, Signals &amp; Slots, connecting UI to logic, CMakeLists.txt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20240"/>
            <a:ext cx="73152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57400"/>
            <a:ext cx="1645920" cy="182880"/>
          </a:xfrm>
          <a:prstGeom prst="rect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29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Amr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057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MainWindow.cpp, main.cpp, feed logic, vaccination alerts, mortality recording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97480"/>
            <a:ext cx="73152" cy="685800"/>
          </a:xfrm>
          <a:prstGeom prst="rect">
            <a:avLst/>
          </a:prstGeom>
          <a:solidFill>
            <a:srgbClr val="1D6A8A"/>
          </a:solidFill>
          <a:ln w="12700">
            <a:solidFill>
              <a:srgbClr val="1D6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34640"/>
            <a:ext cx="1645920" cy="182880"/>
          </a:xfrm>
          <a:prstGeom prst="rect">
            <a:avLst/>
          </a:prstGeom>
          <a:solidFill>
            <a:srgbClr val="1D6A8A">
              <a:alpha val="15000"/>
            </a:srgbClr>
          </a:solidFill>
          <a:ln w="12700">
            <a:solidFill>
              <a:srgbClr val="1D6A8A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07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044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Yasser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834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BasicCosts, FeedManager, MortalityTracker, ProductionReport + FarmReport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74720"/>
            <a:ext cx="73152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11880"/>
            <a:ext cx="1645920" cy="182880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5844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Husseini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611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screen (farm costs), Feed prices screen — Qt Designer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51960"/>
            <a:ext cx="73152" cy="685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389120"/>
            <a:ext cx="1645920" cy="182880"/>
          </a:xfrm>
          <a:prstGeom prst="rect">
            <a:avLst/>
          </a:prstGeom>
          <a:solidFill>
            <a:srgbClr val="7B2D8B">
              <a:alpha val="15000"/>
            </a:srgbClr>
          </a:solidFill>
          <a:ln w="12700">
            <a:solidFill>
              <a:srgbClr val="7B2D8B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361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599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Osama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dashboard, Final report screen — Qt Designer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95D5B2">
              <a:alpha val="60000"/>
            </a:srgbClr>
          </a:solidFill>
          <a:ln w="12700">
            <a:solidFill>
              <a:srgbClr val="95D5B2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🐔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114800" y="242316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PoultryPro delivers real OOP principles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 real-world farming problem.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Encapsulation — private data, public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776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Inheritance — FarmReport → ProductionReport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41239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Polymorphism — virtual method dispatch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4714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Abstraction — clean class interfaces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4754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University  |  OOP Project 2026  |  Team of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PoultryPro - OOP Presentation</dc:title>
  <dc:subject>PptxGenJS Presentation</dc:subject>
  <dc:creator>PptxGenJS</dc:creator>
  <cp:lastModifiedBy>PptxGenJS</cp:lastModifiedBy>
  <cp:revision>1</cp:revision>
  <dcterms:created xsi:type="dcterms:W3CDTF">2026-04-27T10:15:27Z</dcterms:created>
  <dcterms:modified xsi:type="dcterms:W3CDTF">2026-04-27T10:15:27Z</dcterms:modified>
</cp:coreProperties>
</file>